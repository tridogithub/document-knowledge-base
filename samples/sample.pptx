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18% quarter over quarter driven by enterprise deals.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introduce a tiered discount model for annual contracts above $50k.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the self-serve analytics dashboard in the first quarter.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